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FFFF"/>
                </a:solidFill>
              </a:defRPr>
            </a:pPr>
            <a:r>
              <a:t>UNILIB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A8DADC"/>
                </a:solidFill>
              </a:defRPr>
            </a:pPr>
            <a:r>
              <a:t>Sistema de Gestion Bibliotecaria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Ingenieria de Software (RQY1102) - Examen Final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Grupo 1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Benjamin Vazquez  -  Alejandro Naranjo  -  Christian Montecinos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La biblioteca de la U trabaja con procesos a mano.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Se hacen filas largas en los prestamos y devoluciones.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Se pierden libros seguido.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El catalogo es dificil de buscar para los usuarios.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El sistema actual no deja gestionar bien usuarios ni sacar reportes.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La solucion: UNILIB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Un sistema que ordena prestamos, devoluciones, usuarios y catalogo en un solo lugar.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Baja los errores y las filas.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Hace mas facil encontrar los libros.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Deja sacar reportes para tomar decisiones.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Objetivo y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Objetivo: automatizar la gestion de la biblioteca.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Alcance: prestamos, devoluciones, usuarios, catalogo y reportes.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Roles del sistema: estudiante, docente, bibliotecario y administrador.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Equipo y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Benjamin Vazquez - Jefe de Proyecto.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Alejandro Naranjo - Analista de Sistemas.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Christian Montecinos - Disenador de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Metodologia y ciclo de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Usamos una metodologia hibrida (tradicional con partes agiles).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Fases: analisis, diseno, desarrollo, pruebas y mantencion.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En cada fase validamos el avance con el cliente.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Planificacion: EDT y Carta Gantt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Con la EDT dividimos el proyecto en fases y actividades.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La Carta Gantt ordena los tiempos y las dependencias.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De ahi sacamos el tiempo y el costo estimado del 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Requisitos funcionales (RF)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Gestion de usuarios segun su rol.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Gestion de libros: registrar, editar y eliminar.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Prestamos y devoluciones con fechas y aviso de vencimiento.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Catalogo con busqueda por titulo y autor.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Reportes del uso de libros y usuarios.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Requisitos no funcionales (RNF)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Funciona desde el celular.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Acceso seguro segun el rol del usuario.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Interfaz simple de usar.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Disponible para consultar en linea.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Diseno y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Disenamos el sistema con las vistas 4+1.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Diagramas UML: casos de uso, clases, secuencia, actividad y despliegue.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Aplicamos estandares de calidad en el diseno.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El prototipo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Hecho en React.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Login por rol.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Catalogo con buscador de libros.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Prestamos y devoluciones con multa por atraso.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Vista 'Mis prestamos' para el estudiante.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Plan de pruebas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Probamos el prototipo con la norma ISO 25010.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Armamos casos de prueba con datos y resultado esperado.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Guardamos la evidencia de cada prueba.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Control de versiones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El prototipo esta en GitHub.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El historial de commits muestra los cambios del prototipo.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Hicimos 2 cambios: el buscador del catalogo y el valor de la multa.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Mejoras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Sumar notificaciones de vencimiento al usuario.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Conectar el sistema a una base de datos real.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Agregar reportes con graficos.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UNILIB ordena la biblioteca y baja los errores.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Cubrimos analisis, diseno, prototipo y pruebas.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•  Gracias.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57B9D"/>
                </a:solidFill>
              </a:defRPr>
            </a:pPr>
            <a:r>
              <a:t>UNILIB - RQY1102 - Grupo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